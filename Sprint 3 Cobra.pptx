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E1561C-272B-4FCA-824F-0494E7BF0CD1}" v="296" dt="2025-12-01T23:42:44.2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ovan Armstrong" userId="dcfb7276-01a3-4113-889c-ae33110eca47" providerId="ADAL" clId="{1EFCAF25-76DF-46F9-AD18-255D97896EFC}"/>
    <pc:docChg chg="custSel modSld">
      <pc:chgData name="Donovan Armstrong" userId="dcfb7276-01a3-4113-889c-ae33110eca47" providerId="ADAL" clId="{1EFCAF25-76DF-46F9-AD18-255D97896EFC}" dt="2025-12-01T23:42:44.278" v="810" actId="20577"/>
      <pc:docMkLst>
        <pc:docMk/>
      </pc:docMkLst>
      <pc:sldChg chg="addSp delSp modSp mod">
        <pc:chgData name="Donovan Armstrong" userId="dcfb7276-01a3-4113-889c-ae33110eca47" providerId="ADAL" clId="{1EFCAF25-76DF-46F9-AD18-255D97896EFC}" dt="2025-12-01T23:42:44.278" v="810" actId="20577"/>
        <pc:sldMkLst>
          <pc:docMk/>
          <pc:sldMk cId="242453831" sldId="256"/>
        </pc:sldMkLst>
        <pc:spChg chg="mod">
          <ac:chgData name="Donovan Armstrong" userId="dcfb7276-01a3-4113-889c-ae33110eca47" providerId="ADAL" clId="{1EFCAF25-76DF-46F9-AD18-255D97896EFC}" dt="2025-12-01T23:27:10.891" v="578" actId="1076"/>
          <ac:spMkLst>
            <pc:docMk/>
            <pc:sldMk cId="242453831" sldId="256"/>
            <ac:spMk id="2" creationId="{00000000-0000-0000-0000-000000000000}"/>
          </ac:spMkLst>
        </pc:spChg>
        <pc:spChg chg="mod">
          <ac:chgData name="Donovan Armstrong" userId="dcfb7276-01a3-4113-889c-ae33110eca47" providerId="ADAL" clId="{1EFCAF25-76DF-46F9-AD18-255D97896EFC}" dt="2025-12-01T23:27:26.980" v="580" actId="1076"/>
          <ac:spMkLst>
            <pc:docMk/>
            <pc:sldMk cId="242453831" sldId="256"/>
            <ac:spMk id="3" creationId="{00000000-0000-0000-0000-000000000000}"/>
          </ac:spMkLst>
        </pc:spChg>
        <pc:spChg chg="add mod">
          <ac:chgData name="Donovan Armstrong" userId="dcfb7276-01a3-4113-889c-ae33110eca47" providerId="ADAL" clId="{1EFCAF25-76DF-46F9-AD18-255D97896EFC}" dt="2025-12-01T23:42:44.278" v="810" actId="20577"/>
          <ac:spMkLst>
            <pc:docMk/>
            <pc:sldMk cId="242453831" sldId="256"/>
            <ac:spMk id="13" creationId="{33139953-5236-8CA1-BD0C-446DD7C62BDD}"/>
          </ac:spMkLst>
        </pc:spChg>
        <pc:spChg chg="add del mod">
          <ac:chgData name="Donovan Armstrong" userId="dcfb7276-01a3-4113-889c-ae33110eca47" providerId="ADAL" clId="{1EFCAF25-76DF-46F9-AD18-255D97896EFC}" dt="2025-12-01T23:21:11.348" v="537" actId="21"/>
          <ac:spMkLst>
            <pc:docMk/>
            <pc:sldMk cId="242453831" sldId="256"/>
            <ac:spMk id="14" creationId="{38E9B597-1522-E429-1A9D-BE81DDFB467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12/1/2025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12/1/2025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6500" y="304800"/>
            <a:ext cx="6629400" cy="838200"/>
          </a:xfrm>
        </p:spPr>
        <p:txBody>
          <a:bodyPr/>
          <a:lstStyle/>
          <a:p>
            <a:r>
              <a:rPr lang="en-US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Cobra Slime Elite</a:t>
            </a:r>
            <a:endParaRPr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0000"/>
              </a:highligh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86800" y="2293168"/>
            <a:ext cx="3297953" cy="514773"/>
          </a:xfrm>
        </p:spPr>
        <p:txBody>
          <a:bodyPr>
            <a:normAutofit/>
          </a:bodyPr>
          <a:lstStyle/>
          <a:p>
            <a:r>
              <a:rPr lang="en-US" sz="1200" b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A game designed by Donovan Armstrong and Hakeem King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5798AA-C8F1-F7E1-AE6C-9E645594EE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200400"/>
            <a:ext cx="3297952" cy="2343573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FA0148F-AC2F-1775-2C8A-2E606BB58D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3124200"/>
            <a:ext cx="3297952" cy="2328398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542F21-74F2-BBA0-62AA-D3C408DDC0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224" y="3192624"/>
            <a:ext cx="3297952" cy="23253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3139953-5236-8CA1-BD0C-446DD7C62BDD}"/>
              </a:ext>
            </a:extLst>
          </p:cNvPr>
          <p:cNvSpPr txBox="1"/>
          <p:nvPr/>
        </p:nvSpPr>
        <p:spPr>
          <a:xfrm>
            <a:off x="1162050" y="1172170"/>
            <a:ext cx="9867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  <a:latin typeface="+mj-lt"/>
              </a:rPr>
              <a:t>Cobra Slime Elite is a game where you dodge, eat, and survive through obstacles. You can change the difficulty and apple amount for a customized challenge every time! Future updates will introduce new game modes and more customization to make the game a unique experience.</a:t>
            </a:r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Tech Computer 16x9</vt:lpstr>
      <vt:lpstr>Cobra Slime Elite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Donovan Armstrong</dc:creator>
  <cp:revision>1</cp:revision>
  <dcterms:created xsi:type="dcterms:W3CDTF">2025-12-01T22:33:57Z</dcterms:created>
  <dcterms:modified xsi:type="dcterms:W3CDTF">2025-12-01T23:42:56Z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