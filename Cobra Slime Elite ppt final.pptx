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65" r:id="rId3"/>
    <p:sldId id="266" r:id="rId4"/>
    <p:sldId id="267" r:id="rId5"/>
    <p:sldId id="269" r:id="rId6"/>
    <p:sldId id="270" r:id="rId7"/>
    <p:sldId id="271" r:id="rId8"/>
    <p:sldId id="272" r:id="rId9"/>
    <p:sldId id="273" r:id="rId10"/>
    <p:sldId id="274" r:id="rId11"/>
    <p:sldId id="27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4E9EF5-9693-65C6-ED0C-DA5C342B901B}" v="1" dt="2025-12-04T22:27:51.663"/>
    <p1510:client id="{E0449B50-4ABC-FE7F-5EB1-A94AC8D1C417}" v="13" dt="2025-12-04T22:22:02.0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3840"/>
        <p:guide orient="horz" pos="216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keem King" userId="S::aking239@students.kennesaw.edu::63aa0fab-e538-49a1-a774-e80b3a2f80f7" providerId="AD" clId="Web-{864E9EF5-9693-65C6-ED0C-DA5C342B901B}"/>
    <pc:docChg chg="modSld">
      <pc:chgData name="Hakeem King" userId="S::aking239@students.kennesaw.edu::63aa0fab-e538-49a1-a774-e80b3a2f80f7" providerId="AD" clId="Web-{864E9EF5-9693-65C6-ED0C-DA5C342B901B}" dt="2025-12-04T22:27:51.663" v="0" actId="20577"/>
      <pc:docMkLst>
        <pc:docMk/>
      </pc:docMkLst>
      <pc:sldChg chg="modSp">
        <pc:chgData name="Hakeem King" userId="S::aking239@students.kennesaw.edu::63aa0fab-e538-49a1-a774-e80b3a2f80f7" providerId="AD" clId="Web-{864E9EF5-9693-65C6-ED0C-DA5C342B901B}" dt="2025-12-04T22:27:51.663" v="0" actId="20577"/>
        <pc:sldMkLst>
          <pc:docMk/>
          <pc:sldMk cId="3042826300" sldId="265"/>
        </pc:sldMkLst>
        <pc:spChg chg="mod">
          <ac:chgData name="Hakeem King" userId="S::aking239@students.kennesaw.edu::63aa0fab-e538-49a1-a774-e80b3a2f80f7" providerId="AD" clId="Web-{864E9EF5-9693-65C6-ED0C-DA5C342B901B}" dt="2025-12-04T22:27:51.663" v="0" actId="20577"/>
          <ac:spMkLst>
            <pc:docMk/>
            <pc:sldMk cId="3042826300" sldId="265"/>
            <ac:spMk id="14" creationId="{00000000-0000-0000-0000-000000000000}"/>
          </ac:spMkLst>
        </pc:spChg>
      </pc:sldChg>
    </pc:docChg>
  </pc:docChgLst>
  <pc:docChgLst>
    <pc:chgData name="Hakeem King" userId="S::aking239@students.kennesaw.edu::63aa0fab-e538-49a1-a774-e80b3a2f80f7" providerId="AD" clId="Web-{E0449B50-4ABC-FE7F-5EB1-A94AC8D1C417}"/>
    <pc:docChg chg="modSld">
      <pc:chgData name="Hakeem King" userId="S::aking239@students.kennesaw.edu::63aa0fab-e538-49a1-a774-e80b3a2f80f7" providerId="AD" clId="Web-{E0449B50-4ABC-FE7F-5EB1-A94AC8D1C417}" dt="2025-12-04T22:22:02.019" v="12" actId="20577"/>
      <pc:docMkLst>
        <pc:docMk/>
      </pc:docMkLst>
      <pc:sldChg chg="modSp">
        <pc:chgData name="Hakeem King" userId="S::aking239@students.kennesaw.edu::63aa0fab-e538-49a1-a774-e80b3a2f80f7" providerId="AD" clId="Web-{E0449B50-4ABC-FE7F-5EB1-A94AC8D1C417}" dt="2025-12-04T22:22:02.019" v="12" actId="20577"/>
        <pc:sldMkLst>
          <pc:docMk/>
          <pc:sldMk cId="3042826300" sldId="265"/>
        </pc:sldMkLst>
        <pc:spChg chg="mod">
          <ac:chgData name="Hakeem King" userId="S::aking239@students.kennesaw.edu::63aa0fab-e538-49a1-a774-e80b3a2f80f7" providerId="AD" clId="Web-{E0449B50-4ABC-FE7F-5EB1-A94AC8D1C417}" dt="2025-12-04T22:22:02.019" v="12" actId="20577"/>
          <ac:spMkLst>
            <pc:docMk/>
            <pc:sldMk cId="3042826300" sldId="265"/>
            <ac:spMk id="1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0A_7E227FD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9D-44A7-AD1A-DD87EBD665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9D-44A7-AD1A-DD87EBD6650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C9D-44A7-AD1A-DD87EBD665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38190072"/>
        <c:axId val="738188112"/>
      </c:barChart>
      <c:catAx>
        <c:axId val="738190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8188112"/>
        <c:crosses val="autoZero"/>
        <c:auto val="1"/>
        <c:lblAlgn val="ctr"/>
        <c:lblOffset val="100"/>
        <c:noMultiLvlLbl val="0"/>
      </c:catAx>
      <c:valAx>
        <c:axId val="7381881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8190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3CC6D8-DEFC-45FD-8207-E1ECCC27EA85}" type="doc">
      <dgm:prSet loTypeId="urn:microsoft.com/office/officeart/2005/8/layout/lProcess1" loCatId="process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516A4DDC-76BD-494E-B503-625555CCBC4A}">
      <dgm:prSet phldrT="[Text]"/>
      <dgm:spPr/>
      <dgm:t>
        <a:bodyPr/>
        <a:lstStyle/>
        <a:p>
          <a:r>
            <a:rPr lang="en-US"/>
            <a:t>Step 1 Title</a:t>
          </a:r>
        </a:p>
      </dgm:t>
    </dgm:pt>
    <dgm:pt modelId="{133DE2D2-6278-469E-8A80-F71EA996A07A}" type="parTrans" cxnId="{7B595755-BE81-46A0-903D-004D1EF6EE33}">
      <dgm:prSet/>
      <dgm:spPr/>
      <dgm:t>
        <a:bodyPr/>
        <a:lstStyle/>
        <a:p>
          <a:endParaRPr lang="en-US"/>
        </a:p>
      </dgm:t>
    </dgm:pt>
    <dgm:pt modelId="{AE4D7DCA-0B66-4207-B896-C721B2CB4C13}" type="sibTrans" cxnId="{7B595755-BE81-46A0-903D-004D1EF6EE33}">
      <dgm:prSet/>
      <dgm:spPr/>
      <dgm:t>
        <a:bodyPr/>
        <a:lstStyle/>
        <a:p>
          <a:endParaRPr lang="en-US"/>
        </a:p>
      </dgm:t>
    </dgm:pt>
    <dgm:pt modelId="{41E3B52E-71B8-4BD0-B1ED-D051FFB12506}">
      <dgm:prSet phldrT="[Text]"/>
      <dgm:spPr/>
      <dgm:t>
        <a:bodyPr/>
        <a:lstStyle/>
        <a:p>
          <a:r>
            <a:rPr lang="en-US"/>
            <a:t>Step 2 Title</a:t>
          </a:r>
        </a:p>
      </dgm:t>
    </dgm:pt>
    <dgm:pt modelId="{DA206B73-34B1-48E4-A513-9978853BF217}" type="parTrans" cxnId="{0F0D3551-AF94-422C-87FE-80E4E27CB025}">
      <dgm:prSet/>
      <dgm:spPr/>
      <dgm:t>
        <a:bodyPr/>
        <a:lstStyle/>
        <a:p>
          <a:endParaRPr lang="en-US"/>
        </a:p>
      </dgm:t>
    </dgm:pt>
    <dgm:pt modelId="{2436D701-8B79-4C2B-92A4-52BC1BA24775}" type="sibTrans" cxnId="{0F0D3551-AF94-422C-87FE-80E4E27CB025}">
      <dgm:prSet/>
      <dgm:spPr/>
      <dgm:t>
        <a:bodyPr/>
        <a:lstStyle/>
        <a:p>
          <a:endParaRPr lang="en-US"/>
        </a:p>
      </dgm:t>
    </dgm:pt>
    <dgm:pt modelId="{CD410504-9F7F-47AE-B46E-CE985680360F}">
      <dgm:prSet phldrT="[Text]"/>
      <dgm:spPr/>
      <dgm:t>
        <a:bodyPr/>
        <a:lstStyle/>
        <a:p>
          <a:r>
            <a:rPr lang="en-US"/>
            <a:t>Task description</a:t>
          </a:r>
        </a:p>
      </dgm:t>
    </dgm:pt>
    <dgm:pt modelId="{995C4470-49EF-4BD9-B00A-AD612181AB58}" type="parTrans" cxnId="{6B045370-B4FF-427A-9929-461476AAE193}">
      <dgm:prSet/>
      <dgm:spPr/>
      <dgm:t>
        <a:bodyPr/>
        <a:lstStyle/>
        <a:p>
          <a:endParaRPr lang="en-US"/>
        </a:p>
      </dgm:t>
    </dgm:pt>
    <dgm:pt modelId="{2B847D36-6E88-4DD3-AABD-579C99426233}" type="sibTrans" cxnId="{6B045370-B4FF-427A-9929-461476AAE193}">
      <dgm:prSet/>
      <dgm:spPr/>
      <dgm:t>
        <a:bodyPr/>
        <a:lstStyle/>
        <a:p>
          <a:endParaRPr lang="en-US"/>
        </a:p>
      </dgm:t>
    </dgm:pt>
    <dgm:pt modelId="{C4FF5CFA-9CEF-4C34-984A-CC28F232798F}">
      <dgm:prSet phldrT="[Text]"/>
      <dgm:spPr/>
      <dgm:t>
        <a:bodyPr/>
        <a:lstStyle/>
        <a:p>
          <a:r>
            <a:rPr lang="en-US"/>
            <a:t>Task description</a:t>
          </a:r>
        </a:p>
      </dgm:t>
    </dgm:pt>
    <dgm:pt modelId="{92813948-C227-4EB2-8530-43003E3CB375}" type="parTrans" cxnId="{710659EC-6706-425F-81BB-5F1E070F7D4D}">
      <dgm:prSet/>
      <dgm:spPr/>
      <dgm:t>
        <a:bodyPr/>
        <a:lstStyle/>
        <a:p>
          <a:endParaRPr lang="en-US"/>
        </a:p>
      </dgm:t>
    </dgm:pt>
    <dgm:pt modelId="{B551F8FA-E415-4EE1-BA68-D13E7D2E980B}" type="sibTrans" cxnId="{710659EC-6706-425F-81BB-5F1E070F7D4D}">
      <dgm:prSet/>
      <dgm:spPr/>
      <dgm:t>
        <a:bodyPr/>
        <a:lstStyle/>
        <a:p>
          <a:endParaRPr lang="en-US"/>
        </a:p>
      </dgm:t>
    </dgm:pt>
    <dgm:pt modelId="{5CBEC7DD-A25D-4956-9A65-6EA385F6FCB5}">
      <dgm:prSet phldrT="[Text]"/>
      <dgm:spPr/>
      <dgm:t>
        <a:bodyPr/>
        <a:lstStyle/>
        <a:p>
          <a:r>
            <a:rPr lang="en-US"/>
            <a:t>Task description</a:t>
          </a:r>
        </a:p>
      </dgm:t>
    </dgm:pt>
    <dgm:pt modelId="{F342D04F-4D11-41CC-AB66-36041A902B44}" type="parTrans" cxnId="{0687A885-2354-4E9E-B313-4269283F0057}">
      <dgm:prSet/>
      <dgm:spPr/>
      <dgm:t>
        <a:bodyPr/>
        <a:lstStyle/>
        <a:p>
          <a:endParaRPr lang="en-US"/>
        </a:p>
      </dgm:t>
    </dgm:pt>
    <dgm:pt modelId="{BD0F67B1-39E4-45ED-9534-FB8F89E8EEF6}" type="sibTrans" cxnId="{0687A885-2354-4E9E-B313-4269283F0057}">
      <dgm:prSet/>
      <dgm:spPr/>
      <dgm:t>
        <a:bodyPr/>
        <a:lstStyle/>
        <a:p>
          <a:endParaRPr lang="en-US"/>
        </a:p>
      </dgm:t>
    </dgm:pt>
    <dgm:pt modelId="{33BF0E2A-2B00-40A5-832E-FC800DCA5982}">
      <dgm:prSet phldrT="[Text]"/>
      <dgm:spPr/>
      <dgm:t>
        <a:bodyPr/>
        <a:lstStyle/>
        <a:p>
          <a:r>
            <a:rPr lang="en-US"/>
            <a:t>Task description</a:t>
          </a:r>
        </a:p>
      </dgm:t>
    </dgm:pt>
    <dgm:pt modelId="{F8C31ED9-A2C0-4A09-A419-0AE9A44BB8DF}" type="parTrans" cxnId="{B522739A-4DEE-43CF-9357-A84EF1EEE7ED}">
      <dgm:prSet/>
      <dgm:spPr/>
      <dgm:t>
        <a:bodyPr/>
        <a:lstStyle/>
        <a:p>
          <a:endParaRPr lang="en-US"/>
        </a:p>
      </dgm:t>
    </dgm:pt>
    <dgm:pt modelId="{E373698D-1356-47A7-A591-B72BFE77C3D1}" type="sibTrans" cxnId="{B522739A-4DEE-43CF-9357-A84EF1EEE7ED}">
      <dgm:prSet/>
      <dgm:spPr/>
      <dgm:t>
        <a:bodyPr/>
        <a:lstStyle/>
        <a:p>
          <a:endParaRPr lang="en-US"/>
        </a:p>
      </dgm:t>
    </dgm:pt>
    <dgm:pt modelId="{F7CED298-1605-4B60-9FC8-0A4C25C5AA00}">
      <dgm:prSet phldrT="[Text]"/>
      <dgm:spPr/>
      <dgm:t>
        <a:bodyPr/>
        <a:lstStyle/>
        <a:p>
          <a:r>
            <a:rPr lang="en-US"/>
            <a:t>Task description</a:t>
          </a:r>
        </a:p>
      </dgm:t>
    </dgm:pt>
    <dgm:pt modelId="{618E2D9E-4CAE-48D5-9A0F-94DAE74A2D69}" type="parTrans" cxnId="{206D6826-92C5-4EEE-A28E-254E966FF0A0}">
      <dgm:prSet/>
      <dgm:spPr/>
      <dgm:t>
        <a:bodyPr/>
        <a:lstStyle/>
        <a:p>
          <a:endParaRPr lang="en-US"/>
        </a:p>
      </dgm:t>
    </dgm:pt>
    <dgm:pt modelId="{1009FF03-5F93-449C-AF20-55447EEE50AB}" type="sibTrans" cxnId="{206D6826-92C5-4EEE-A28E-254E966FF0A0}">
      <dgm:prSet/>
      <dgm:spPr/>
      <dgm:t>
        <a:bodyPr/>
        <a:lstStyle/>
        <a:p>
          <a:endParaRPr lang="en-US"/>
        </a:p>
      </dgm:t>
    </dgm:pt>
    <dgm:pt modelId="{87D09C77-9C5B-45C2-ACC9-ACEA66F18198}">
      <dgm:prSet phldrT="[Text]"/>
      <dgm:spPr/>
      <dgm:t>
        <a:bodyPr/>
        <a:lstStyle/>
        <a:p>
          <a:r>
            <a:rPr lang="en-US"/>
            <a:t>Task description</a:t>
          </a:r>
        </a:p>
      </dgm:t>
    </dgm:pt>
    <dgm:pt modelId="{A7A65ADC-DB8A-4F76-8458-BC8354307C90}" type="parTrans" cxnId="{542EFA5A-B279-4120-B9BA-FE4ABDE4AFDD}">
      <dgm:prSet/>
      <dgm:spPr/>
      <dgm:t>
        <a:bodyPr/>
        <a:lstStyle/>
        <a:p>
          <a:endParaRPr lang="en-US"/>
        </a:p>
      </dgm:t>
    </dgm:pt>
    <dgm:pt modelId="{8234610D-6FEE-4546-99B0-60EDB0B3BAEC}" type="sibTrans" cxnId="{542EFA5A-B279-4120-B9BA-FE4ABDE4AFDD}">
      <dgm:prSet/>
      <dgm:spPr/>
      <dgm:t>
        <a:bodyPr/>
        <a:lstStyle/>
        <a:p>
          <a:endParaRPr lang="en-US"/>
        </a:p>
      </dgm:t>
    </dgm:pt>
    <dgm:pt modelId="{CAE20587-4D50-4B6B-A17D-199722D630E2}">
      <dgm:prSet phldrT="[Text]"/>
      <dgm:spPr/>
      <dgm:t>
        <a:bodyPr/>
        <a:lstStyle/>
        <a:p>
          <a:r>
            <a:rPr lang="en-US"/>
            <a:t>Task description</a:t>
          </a:r>
        </a:p>
      </dgm:t>
    </dgm:pt>
    <dgm:pt modelId="{6CEBC692-6F9A-47B4-948E-5AEB8FCFD251}" type="parTrans" cxnId="{D22C632F-8F8B-48FF-A898-48FD446A5F78}">
      <dgm:prSet/>
      <dgm:spPr/>
      <dgm:t>
        <a:bodyPr/>
        <a:lstStyle/>
        <a:p>
          <a:endParaRPr lang="en-US"/>
        </a:p>
      </dgm:t>
    </dgm:pt>
    <dgm:pt modelId="{7656320D-CC13-4DD7-8A30-F9FDC84AC6F2}" type="sibTrans" cxnId="{D22C632F-8F8B-48FF-A898-48FD446A5F78}">
      <dgm:prSet/>
      <dgm:spPr/>
      <dgm:t>
        <a:bodyPr/>
        <a:lstStyle/>
        <a:p>
          <a:endParaRPr lang="en-US"/>
        </a:p>
      </dgm:t>
    </dgm:pt>
    <dgm:pt modelId="{EA587102-578B-46F3-8D9E-CEC48527A898}">
      <dgm:prSet phldrT="[Text]"/>
      <dgm:spPr/>
      <dgm:t>
        <a:bodyPr/>
        <a:lstStyle/>
        <a:p>
          <a:r>
            <a:rPr lang="en-US"/>
            <a:t>Step 3 Title</a:t>
          </a:r>
        </a:p>
      </dgm:t>
    </dgm:pt>
    <dgm:pt modelId="{5B4D99EA-4A7D-4EFB-95FC-BCCF98693CA7}" type="parTrans" cxnId="{A7B8947C-EA6E-47DE-814B-A0994EFA8C28}">
      <dgm:prSet/>
      <dgm:spPr/>
      <dgm:t>
        <a:bodyPr/>
        <a:lstStyle/>
        <a:p>
          <a:endParaRPr lang="en-US"/>
        </a:p>
      </dgm:t>
    </dgm:pt>
    <dgm:pt modelId="{8D504E2C-8A70-4591-8ECD-4A886FADED33}" type="sibTrans" cxnId="{A7B8947C-EA6E-47DE-814B-A0994EFA8C28}">
      <dgm:prSet/>
      <dgm:spPr/>
      <dgm:t>
        <a:bodyPr/>
        <a:lstStyle/>
        <a:p>
          <a:endParaRPr lang="en-US"/>
        </a:p>
      </dgm:t>
    </dgm:pt>
    <dgm:pt modelId="{038F6A6A-232A-44A4-9628-ADFA8F068F81}">
      <dgm:prSet phldrT="[Text]"/>
      <dgm:spPr/>
      <dgm:t>
        <a:bodyPr/>
        <a:lstStyle/>
        <a:p>
          <a:r>
            <a:rPr lang="en-US"/>
            <a:t>Task description</a:t>
          </a:r>
        </a:p>
      </dgm:t>
    </dgm:pt>
    <dgm:pt modelId="{403B4542-B2F8-496D-BBEA-3A684B1106F9}" type="parTrans" cxnId="{0DC50B81-769A-4AC7-8C73-8EF8D8334AA1}">
      <dgm:prSet/>
      <dgm:spPr/>
      <dgm:t>
        <a:bodyPr/>
        <a:lstStyle/>
        <a:p>
          <a:endParaRPr lang="en-US"/>
        </a:p>
      </dgm:t>
    </dgm:pt>
    <dgm:pt modelId="{ABE7D012-6867-48DA-AF76-FDB8ECBB944D}" type="sibTrans" cxnId="{0DC50B81-769A-4AC7-8C73-8EF8D8334AA1}">
      <dgm:prSet/>
      <dgm:spPr/>
      <dgm:t>
        <a:bodyPr/>
        <a:lstStyle/>
        <a:p>
          <a:endParaRPr lang="en-US"/>
        </a:p>
      </dgm:t>
    </dgm:pt>
    <dgm:pt modelId="{15982A38-A73B-4943-B138-EA0EAB77BC29}">
      <dgm:prSet phldrT="[Text]"/>
      <dgm:spPr/>
      <dgm:t>
        <a:bodyPr/>
        <a:lstStyle/>
        <a:p>
          <a:r>
            <a:rPr lang="en-US"/>
            <a:t>Task description</a:t>
          </a:r>
        </a:p>
      </dgm:t>
    </dgm:pt>
    <dgm:pt modelId="{7CBA4BA7-B8C9-4EC9-9C51-4E810224FE14}" type="parTrans" cxnId="{B767AB03-F7F7-492B-8158-C75E1682A10F}">
      <dgm:prSet/>
      <dgm:spPr/>
      <dgm:t>
        <a:bodyPr/>
        <a:lstStyle/>
        <a:p>
          <a:endParaRPr lang="en-US"/>
        </a:p>
      </dgm:t>
    </dgm:pt>
    <dgm:pt modelId="{9295158E-0763-4655-AD0E-61686A560F58}" type="sibTrans" cxnId="{B767AB03-F7F7-492B-8158-C75E1682A10F}">
      <dgm:prSet/>
      <dgm:spPr/>
      <dgm:t>
        <a:bodyPr/>
        <a:lstStyle/>
        <a:p>
          <a:endParaRPr lang="en-US"/>
        </a:p>
      </dgm:t>
    </dgm:pt>
    <dgm:pt modelId="{5CA89521-836B-470D-B51C-F8A4714D4EFF}">
      <dgm:prSet phldrT="[Text]"/>
      <dgm:spPr/>
      <dgm:t>
        <a:bodyPr/>
        <a:lstStyle/>
        <a:p>
          <a:r>
            <a:rPr lang="en-US"/>
            <a:t>Step 4 Title</a:t>
          </a:r>
        </a:p>
      </dgm:t>
    </dgm:pt>
    <dgm:pt modelId="{D7F37AAF-020D-463D-9735-A1336884A6AE}" type="parTrans" cxnId="{6D853954-67EB-442C-9F5A-866B9247A562}">
      <dgm:prSet/>
      <dgm:spPr/>
      <dgm:t>
        <a:bodyPr/>
        <a:lstStyle/>
        <a:p>
          <a:endParaRPr lang="en-US"/>
        </a:p>
      </dgm:t>
    </dgm:pt>
    <dgm:pt modelId="{C27250CA-FF59-4A03-8472-477331DB98EB}" type="sibTrans" cxnId="{6D853954-67EB-442C-9F5A-866B9247A562}">
      <dgm:prSet/>
      <dgm:spPr/>
      <dgm:t>
        <a:bodyPr/>
        <a:lstStyle/>
        <a:p>
          <a:endParaRPr lang="en-US"/>
        </a:p>
      </dgm:t>
    </dgm:pt>
    <dgm:pt modelId="{63746B76-9534-4F4F-B65B-B8A9AACC03F9}">
      <dgm:prSet phldrT="[Text]"/>
      <dgm:spPr/>
      <dgm:t>
        <a:bodyPr/>
        <a:lstStyle/>
        <a:p>
          <a:r>
            <a:rPr lang="en-US"/>
            <a:t>Task description</a:t>
          </a:r>
        </a:p>
      </dgm:t>
    </dgm:pt>
    <dgm:pt modelId="{525F31A2-90BB-4E18-B1F5-10D38B8099D9}" type="parTrans" cxnId="{36634D94-C210-4DDC-A75A-FBCAAFC75039}">
      <dgm:prSet/>
      <dgm:spPr/>
      <dgm:t>
        <a:bodyPr/>
        <a:lstStyle/>
        <a:p>
          <a:endParaRPr lang="en-US"/>
        </a:p>
      </dgm:t>
    </dgm:pt>
    <dgm:pt modelId="{A9C1E709-4F9E-4AAB-BB7C-51A08921302E}" type="sibTrans" cxnId="{36634D94-C210-4DDC-A75A-FBCAAFC75039}">
      <dgm:prSet/>
      <dgm:spPr/>
      <dgm:t>
        <a:bodyPr/>
        <a:lstStyle/>
        <a:p>
          <a:endParaRPr lang="en-US"/>
        </a:p>
      </dgm:t>
    </dgm:pt>
    <dgm:pt modelId="{5CB20C1A-D92D-4DED-BB1B-D113E2006C55}">
      <dgm:prSet phldrT="[Text]"/>
      <dgm:spPr/>
      <dgm:t>
        <a:bodyPr/>
        <a:lstStyle/>
        <a:p>
          <a:r>
            <a:rPr lang="en-US"/>
            <a:t>Task description</a:t>
          </a:r>
        </a:p>
      </dgm:t>
    </dgm:pt>
    <dgm:pt modelId="{5ABE8E5F-26E3-4C88-A09C-44363B99D147}" type="parTrans" cxnId="{D1EB8A19-014C-42AE-9F8D-325E631D8FE9}">
      <dgm:prSet/>
      <dgm:spPr/>
      <dgm:t>
        <a:bodyPr/>
        <a:lstStyle/>
        <a:p>
          <a:endParaRPr lang="en-US"/>
        </a:p>
      </dgm:t>
    </dgm:pt>
    <dgm:pt modelId="{7BA6E93A-EC79-4425-BCAD-9518E06A22F9}" type="sibTrans" cxnId="{D1EB8A19-014C-42AE-9F8D-325E631D8FE9}">
      <dgm:prSet/>
      <dgm:spPr/>
      <dgm:t>
        <a:bodyPr/>
        <a:lstStyle/>
        <a:p>
          <a:endParaRPr lang="en-US"/>
        </a:p>
      </dgm:t>
    </dgm:pt>
    <dgm:pt modelId="{22D8E0AF-322E-4A8E-BC3C-6E9E9A51F58F}" type="pres">
      <dgm:prSet presAssocID="{C53CC6D8-DEFC-45FD-8207-E1ECCC27EA85}" presName="Name0" presStyleCnt="0">
        <dgm:presLayoutVars>
          <dgm:dir/>
          <dgm:animLvl val="lvl"/>
          <dgm:resizeHandles val="exact"/>
        </dgm:presLayoutVars>
      </dgm:prSet>
      <dgm:spPr/>
    </dgm:pt>
    <dgm:pt modelId="{B1443ED3-5E34-456D-8CD9-88B600EDA95F}" type="pres">
      <dgm:prSet presAssocID="{516A4DDC-76BD-494E-B503-625555CCBC4A}" presName="vertFlow" presStyleCnt="0"/>
      <dgm:spPr/>
    </dgm:pt>
    <dgm:pt modelId="{9BBCF6CE-E750-48B6-B333-305BBB100737}" type="pres">
      <dgm:prSet presAssocID="{516A4DDC-76BD-494E-B503-625555CCBC4A}" presName="header" presStyleLbl="node1" presStyleIdx="0" presStyleCnt="4"/>
      <dgm:spPr/>
    </dgm:pt>
    <dgm:pt modelId="{1B1F80F4-E9A5-4A99-A630-6548067B7CB5}" type="pres">
      <dgm:prSet presAssocID="{995C4470-49EF-4BD9-B00A-AD612181AB58}" presName="parTrans" presStyleLbl="sibTrans2D1" presStyleIdx="0" presStyleCnt="11"/>
      <dgm:spPr/>
    </dgm:pt>
    <dgm:pt modelId="{85447532-8740-4202-B6A5-AE63748B9291}" type="pres">
      <dgm:prSet presAssocID="{CD410504-9F7F-47AE-B46E-CE985680360F}" presName="child" presStyleLbl="alignAccFollowNode1" presStyleIdx="0" presStyleCnt="11">
        <dgm:presLayoutVars>
          <dgm:chMax val="0"/>
          <dgm:bulletEnabled val="1"/>
        </dgm:presLayoutVars>
      </dgm:prSet>
      <dgm:spPr/>
    </dgm:pt>
    <dgm:pt modelId="{7CAEA63C-96B5-40D4-900F-409598FDB0C1}" type="pres">
      <dgm:prSet presAssocID="{2B847D36-6E88-4DD3-AABD-579C99426233}" presName="sibTrans" presStyleLbl="sibTrans2D1" presStyleIdx="1" presStyleCnt="11"/>
      <dgm:spPr/>
    </dgm:pt>
    <dgm:pt modelId="{459BBFF8-CE50-41AE-9B5E-F6026BBE4F45}" type="pres">
      <dgm:prSet presAssocID="{C4FF5CFA-9CEF-4C34-984A-CC28F232798F}" presName="child" presStyleLbl="alignAccFollowNode1" presStyleIdx="1" presStyleCnt="11">
        <dgm:presLayoutVars>
          <dgm:chMax val="0"/>
          <dgm:bulletEnabled val="1"/>
        </dgm:presLayoutVars>
      </dgm:prSet>
      <dgm:spPr/>
    </dgm:pt>
    <dgm:pt modelId="{A65C4264-24F4-4122-844B-F5E582EC0111}" type="pres">
      <dgm:prSet presAssocID="{B551F8FA-E415-4EE1-BA68-D13E7D2E980B}" presName="sibTrans" presStyleLbl="sibTrans2D1" presStyleIdx="2" presStyleCnt="11"/>
      <dgm:spPr/>
    </dgm:pt>
    <dgm:pt modelId="{9A5E1799-26FB-4959-97AA-0FCC22761318}" type="pres">
      <dgm:prSet presAssocID="{F7CED298-1605-4B60-9FC8-0A4C25C5AA00}" presName="child" presStyleLbl="alignAccFollowNode1" presStyleIdx="2" presStyleCnt="11">
        <dgm:presLayoutVars>
          <dgm:chMax val="0"/>
          <dgm:bulletEnabled val="1"/>
        </dgm:presLayoutVars>
      </dgm:prSet>
      <dgm:spPr/>
    </dgm:pt>
    <dgm:pt modelId="{3FBD4BD3-B74D-4AAB-9295-AE19DCC50691}" type="pres">
      <dgm:prSet presAssocID="{1009FF03-5F93-449C-AF20-55447EEE50AB}" presName="sibTrans" presStyleLbl="sibTrans2D1" presStyleIdx="3" presStyleCnt="11"/>
      <dgm:spPr/>
    </dgm:pt>
    <dgm:pt modelId="{8C46515F-5745-4BFE-8634-C34D77574BE3}" type="pres">
      <dgm:prSet presAssocID="{87D09C77-9C5B-45C2-ACC9-ACEA66F18198}" presName="child" presStyleLbl="alignAccFollowNode1" presStyleIdx="3" presStyleCnt="11">
        <dgm:presLayoutVars>
          <dgm:chMax val="0"/>
          <dgm:bulletEnabled val="1"/>
        </dgm:presLayoutVars>
      </dgm:prSet>
      <dgm:spPr/>
    </dgm:pt>
    <dgm:pt modelId="{8F2F3A22-7A2A-4EE4-9C5B-70F6E89B9064}" type="pres">
      <dgm:prSet presAssocID="{516A4DDC-76BD-494E-B503-625555CCBC4A}" presName="hSp" presStyleCnt="0"/>
      <dgm:spPr/>
    </dgm:pt>
    <dgm:pt modelId="{734C3A16-72FA-42CA-BF15-F44513245016}" type="pres">
      <dgm:prSet presAssocID="{41E3B52E-71B8-4BD0-B1ED-D051FFB12506}" presName="vertFlow" presStyleCnt="0"/>
      <dgm:spPr/>
    </dgm:pt>
    <dgm:pt modelId="{09ADE9CE-20B7-4A4E-BED6-D56E4ED1D855}" type="pres">
      <dgm:prSet presAssocID="{41E3B52E-71B8-4BD0-B1ED-D051FFB12506}" presName="header" presStyleLbl="node1" presStyleIdx="1" presStyleCnt="4"/>
      <dgm:spPr/>
    </dgm:pt>
    <dgm:pt modelId="{C8CE6287-76AA-46C4-B478-0F9183DE6118}" type="pres">
      <dgm:prSet presAssocID="{F342D04F-4D11-41CC-AB66-36041A902B44}" presName="parTrans" presStyleLbl="sibTrans2D1" presStyleIdx="4" presStyleCnt="11"/>
      <dgm:spPr/>
    </dgm:pt>
    <dgm:pt modelId="{F7AA6D3E-BCE0-4C06-B101-080DA85DCB01}" type="pres">
      <dgm:prSet presAssocID="{5CBEC7DD-A25D-4956-9A65-6EA385F6FCB5}" presName="child" presStyleLbl="alignAccFollowNode1" presStyleIdx="4" presStyleCnt="11">
        <dgm:presLayoutVars>
          <dgm:chMax val="0"/>
          <dgm:bulletEnabled val="1"/>
        </dgm:presLayoutVars>
      </dgm:prSet>
      <dgm:spPr/>
    </dgm:pt>
    <dgm:pt modelId="{DDA5CBC7-AA05-481A-A03A-3964C1BBBB5A}" type="pres">
      <dgm:prSet presAssocID="{BD0F67B1-39E4-45ED-9534-FB8F89E8EEF6}" presName="sibTrans" presStyleLbl="sibTrans2D1" presStyleIdx="5" presStyleCnt="11"/>
      <dgm:spPr/>
    </dgm:pt>
    <dgm:pt modelId="{73DBFA1A-3823-4209-9CD6-DBDD456F39FB}" type="pres">
      <dgm:prSet presAssocID="{33BF0E2A-2B00-40A5-832E-FC800DCA5982}" presName="child" presStyleLbl="alignAccFollowNode1" presStyleIdx="5" presStyleCnt="11">
        <dgm:presLayoutVars>
          <dgm:chMax val="0"/>
          <dgm:bulletEnabled val="1"/>
        </dgm:presLayoutVars>
      </dgm:prSet>
      <dgm:spPr/>
    </dgm:pt>
    <dgm:pt modelId="{E7F7C4A8-2F3A-49BA-B2E4-CF48FCA5D8D8}" type="pres">
      <dgm:prSet presAssocID="{E373698D-1356-47A7-A591-B72BFE77C3D1}" presName="sibTrans" presStyleLbl="sibTrans2D1" presStyleIdx="6" presStyleCnt="11"/>
      <dgm:spPr/>
    </dgm:pt>
    <dgm:pt modelId="{68423B8C-DD55-4C1A-86D3-87118415FFA7}" type="pres">
      <dgm:prSet presAssocID="{CAE20587-4D50-4B6B-A17D-199722D630E2}" presName="child" presStyleLbl="alignAccFollowNode1" presStyleIdx="6" presStyleCnt="11">
        <dgm:presLayoutVars>
          <dgm:chMax val="0"/>
          <dgm:bulletEnabled val="1"/>
        </dgm:presLayoutVars>
      </dgm:prSet>
      <dgm:spPr/>
    </dgm:pt>
    <dgm:pt modelId="{D5E79C7E-BA4F-41B5-AEAD-7D11CABDB66C}" type="pres">
      <dgm:prSet presAssocID="{41E3B52E-71B8-4BD0-B1ED-D051FFB12506}" presName="hSp" presStyleCnt="0"/>
      <dgm:spPr/>
    </dgm:pt>
    <dgm:pt modelId="{96EC6E5F-616C-4A0E-8B47-23C2DB360B15}" type="pres">
      <dgm:prSet presAssocID="{EA587102-578B-46F3-8D9E-CEC48527A898}" presName="vertFlow" presStyleCnt="0"/>
      <dgm:spPr/>
    </dgm:pt>
    <dgm:pt modelId="{67971461-EE07-4B5E-A0C3-A166C6559682}" type="pres">
      <dgm:prSet presAssocID="{EA587102-578B-46F3-8D9E-CEC48527A898}" presName="header" presStyleLbl="node1" presStyleIdx="2" presStyleCnt="4"/>
      <dgm:spPr/>
    </dgm:pt>
    <dgm:pt modelId="{BF9CEF10-4726-4D20-AC2F-85DE706D0D00}" type="pres">
      <dgm:prSet presAssocID="{403B4542-B2F8-496D-BBEA-3A684B1106F9}" presName="parTrans" presStyleLbl="sibTrans2D1" presStyleIdx="7" presStyleCnt="11"/>
      <dgm:spPr/>
    </dgm:pt>
    <dgm:pt modelId="{C1386769-D313-4B62-9BE9-A84DD636105E}" type="pres">
      <dgm:prSet presAssocID="{038F6A6A-232A-44A4-9628-ADFA8F068F81}" presName="child" presStyleLbl="alignAccFollowNode1" presStyleIdx="7" presStyleCnt="11">
        <dgm:presLayoutVars>
          <dgm:chMax val="0"/>
          <dgm:bulletEnabled val="1"/>
        </dgm:presLayoutVars>
      </dgm:prSet>
      <dgm:spPr/>
    </dgm:pt>
    <dgm:pt modelId="{0C1CAC8B-CC80-49DA-9707-021AB163C55F}" type="pres">
      <dgm:prSet presAssocID="{ABE7D012-6867-48DA-AF76-FDB8ECBB944D}" presName="sibTrans" presStyleLbl="sibTrans2D1" presStyleIdx="8" presStyleCnt="11"/>
      <dgm:spPr/>
    </dgm:pt>
    <dgm:pt modelId="{2985E292-795D-4403-BD7F-3A17BE0B21A7}" type="pres">
      <dgm:prSet presAssocID="{15982A38-A73B-4943-B138-EA0EAB77BC29}" presName="child" presStyleLbl="alignAccFollowNode1" presStyleIdx="8" presStyleCnt="11">
        <dgm:presLayoutVars>
          <dgm:chMax val="0"/>
          <dgm:bulletEnabled val="1"/>
        </dgm:presLayoutVars>
      </dgm:prSet>
      <dgm:spPr/>
    </dgm:pt>
    <dgm:pt modelId="{AEFF52EA-2D4D-4AD3-9F53-6B25191BD163}" type="pres">
      <dgm:prSet presAssocID="{EA587102-578B-46F3-8D9E-CEC48527A898}" presName="hSp" presStyleCnt="0"/>
      <dgm:spPr/>
    </dgm:pt>
    <dgm:pt modelId="{C057A87B-CF77-43C5-95EA-FF69715D34A3}" type="pres">
      <dgm:prSet presAssocID="{5CA89521-836B-470D-B51C-F8A4714D4EFF}" presName="vertFlow" presStyleCnt="0"/>
      <dgm:spPr/>
    </dgm:pt>
    <dgm:pt modelId="{DA50ACFD-2722-4D29-B376-5CF3C8F3EB41}" type="pres">
      <dgm:prSet presAssocID="{5CA89521-836B-470D-B51C-F8A4714D4EFF}" presName="header" presStyleLbl="node1" presStyleIdx="3" presStyleCnt="4"/>
      <dgm:spPr/>
    </dgm:pt>
    <dgm:pt modelId="{E31C91BC-3A8F-4AC7-8DBF-330AFF31351C}" type="pres">
      <dgm:prSet presAssocID="{525F31A2-90BB-4E18-B1F5-10D38B8099D9}" presName="parTrans" presStyleLbl="sibTrans2D1" presStyleIdx="9" presStyleCnt="11"/>
      <dgm:spPr/>
    </dgm:pt>
    <dgm:pt modelId="{AC28A259-E8AB-491C-9FF1-41516FA5BC71}" type="pres">
      <dgm:prSet presAssocID="{63746B76-9534-4F4F-B65B-B8A9AACC03F9}" presName="child" presStyleLbl="alignAccFollowNode1" presStyleIdx="9" presStyleCnt="11">
        <dgm:presLayoutVars>
          <dgm:chMax val="0"/>
          <dgm:bulletEnabled val="1"/>
        </dgm:presLayoutVars>
      </dgm:prSet>
      <dgm:spPr/>
    </dgm:pt>
    <dgm:pt modelId="{DF54C50F-225E-47E8-9EC4-AAA209AD28CA}" type="pres">
      <dgm:prSet presAssocID="{A9C1E709-4F9E-4AAB-BB7C-51A08921302E}" presName="sibTrans" presStyleLbl="sibTrans2D1" presStyleIdx="10" presStyleCnt="11"/>
      <dgm:spPr/>
    </dgm:pt>
    <dgm:pt modelId="{75889BA5-DC82-4D41-8983-B2EE794BC078}" type="pres">
      <dgm:prSet presAssocID="{5CB20C1A-D92D-4DED-BB1B-D113E2006C55}" presName="child" presStyleLbl="alignAccFollowNode1" presStyleIdx="10" presStyleCnt="11">
        <dgm:presLayoutVars>
          <dgm:chMax val="0"/>
          <dgm:bulletEnabled val="1"/>
        </dgm:presLayoutVars>
      </dgm:prSet>
      <dgm:spPr/>
    </dgm:pt>
  </dgm:ptLst>
  <dgm:cxnLst>
    <dgm:cxn modelId="{F0586601-9ACD-4FBD-BD5A-48D73FF14301}" type="presOf" srcId="{516A4DDC-76BD-494E-B503-625555CCBC4A}" destId="{9BBCF6CE-E750-48B6-B333-305BBB100737}" srcOrd="0" destOrd="0" presId="urn:microsoft.com/office/officeart/2005/8/layout/lProcess1"/>
    <dgm:cxn modelId="{B767AB03-F7F7-492B-8158-C75E1682A10F}" srcId="{EA587102-578B-46F3-8D9E-CEC48527A898}" destId="{15982A38-A73B-4943-B138-EA0EAB77BC29}" srcOrd="1" destOrd="0" parTransId="{7CBA4BA7-B8C9-4EC9-9C51-4E810224FE14}" sibTransId="{9295158E-0763-4655-AD0E-61686A560F58}"/>
    <dgm:cxn modelId="{25B66A08-E57F-429F-A076-5691EC284D95}" type="presOf" srcId="{33BF0E2A-2B00-40A5-832E-FC800DCA5982}" destId="{73DBFA1A-3823-4209-9CD6-DBDD456F39FB}" srcOrd="0" destOrd="0" presId="urn:microsoft.com/office/officeart/2005/8/layout/lProcess1"/>
    <dgm:cxn modelId="{D8B46E14-EE50-493C-A469-7E70E63B953B}" type="presOf" srcId="{15982A38-A73B-4943-B138-EA0EAB77BC29}" destId="{2985E292-795D-4403-BD7F-3A17BE0B21A7}" srcOrd="0" destOrd="0" presId="urn:microsoft.com/office/officeart/2005/8/layout/lProcess1"/>
    <dgm:cxn modelId="{AB112F16-9765-4DCF-8A6B-B4FEBB1DF80B}" type="presOf" srcId="{1009FF03-5F93-449C-AF20-55447EEE50AB}" destId="{3FBD4BD3-B74D-4AAB-9295-AE19DCC50691}" srcOrd="0" destOrd="0" presId="urn:microsoft.com/office/officeart/2005/8/layout/lProcess1"/>
    <dgm:cxn modelId="{D1EB8A19-014C-42AE-9F8D-325E631D8FE9}" srcId="{5CA89521-836B-470D-B51C-F8A4714D4EFF}" destId="{5CB20C1A-D92D-4DED-BB1B-D113E2006C55}" srcOrd="1" destOrd="0" parTransId="{5ABE8E5F-26E3-4C88-A09C-44363B99D147}" sibTransId="{7BA6E93A-EC79-4425-BCAD-9518E06A22F9}"/>
    <dgm:cxn modelId="{7F02F21A-BECD-4B8C-A0ED-2FD37CA7DF1B}" type="presOf" srcId="{A9C1E709-4F9E-4AAB-BB7C-51A08921302E}" destId="{DF54C50F-225E-47E8-9EC4-AAA209AD28CA}" srcOrd="0" destOrd="0" presId="urn:microsoft.com/office/officeart/2005/8/layout/lProcess1"/>
    <dgm:cxn modelId="{206D6826-92C5-4EEE-A28E-254E966FF0A0}" srcId="{516A4DDC-76BD-494E-B503-625555CCBC4A}" destId="{F7CED298-1605-4B60-9FC8-0A4C25C5AA00}" srcOrd="2" destOrd="0" parTransId="{618E2D9E-4CAE-48D5-9A0F-94DAE74A2D69}" sibTransId="{1009FF03-5F93-449C-AF20-55447EEE50AB}"/>
    <dgm:cxn modelId="{D22C632F-8F8B-48FF-A898-48FD446A5F78}" srcId="{41E3B52E-71B8-4BD0-B1ED-D051FFB12506}" destId="{CAE20587-4D50-4B6B-A17D-199722D630E2}" srcOrd="2" destOrd="0" parTransId="{6CEBC692-6F9A-47B4-948E-5AEB8FCFD251}" sibTransId="{7656320D-CC13-4DD7-8A30-F9FDC84AC6F2}"/>
    <dgm:cxn modelId="{3EF97A2F-4200-46E4-86EB-19980AD436FE}" type="presOf" srcId="{CD410504-9F7F-47AE-B46E-CE985680360F}" destId="{85447532-8740-4202-B6A5-AE63748B9291}" srcOrd="0" destOrd="0" presId="urn:microsoft.com/office/officeart/2005/8/layout/lProcess1"/>
    <dgm:cxn modelId="{28FAA735-D033-4888-A512-CA0B0DC5D34E}" type="presOf" srcId="{B551F8FA-E415-4EE1-BA68-D13E7D2E980B}" destId="{A65C4264-24F4-4122-844B-F5E582EC0111}" srcOrd="0" destOrd="0" presId="urn:microsoft.com/office/officeart/2005/8/layout/lProcess1"/>
    <dgm:cxn modelId="{177AFE5D-5A5F-401C-8390-858F33CAC97C}" type="presOf" srcId="{87D09C77-9C5B-45C2-ACC9-ACEA66F18198}" destId="{8C46515F-5745-4BFE-8634-C34D77574BE3}" srcOrd="0" destOrd="0" presId="urn:microsoft.com/office/officeart/2005/8/layout/lProcess1"/>
    <dgm:cxn modelId="{CAEA814D-FE9C-4BD3-8623-87D2E421CDED}" type="presOf" srcId="{525F31A2-90BB-4E18-B1F5-10D38B8099D9}" destId="{E31C91BC-3A8F-4AC7-8DBF-330AFF31351C}" srcOrd="0" destOrd="0" presId="urn:microsoft.com/office/officeart/2005/8/layout/lProcess1"/>
    <dgm:cxn modelId="{6B045370-B4FF-427A-9929-461476AAE193}" srcId="{516A4DDC-76BD-494E-B503-625555CCBC4A}" destId="{CD410504-9F7F-47AE-B46E-CE985680360F}" srcOrd="0" destOrd="0" parTransId="{995C4470-49EF-4BD9-B00A-AD612181AB58}" sibTransId="{2B847D36-6E88-4DD3-AABD-579C99426233}"/>
    <dgm:cxn modelId="{0F0D3551-AF94-422C-87FE-80E4E27CB025}" srcId="{C53CC6D8-DEFC-45FD-8207-E1ECCC27EA85}" destId="{41E3B52E-71B8-4BD0-B1ED-D051FFB12506}" srcOrd="1" destOrd="0" parTransId="{DA206B73-34B1-48E4-A513-9978853BF217}" sibTransId="{2436D701-8B79-4C2B-92A4-52BC1BA24775}"/>
    <dgm:cxn modelId="{73058351-9FAC-4F4F-A5FB-FC365EDF9D02}" type="presOf" srcId="{C53CC6D8-DEFC-45FD-8207-E1ECCC27EA85}" destId="{22D8E0AF-322E-4A8E-BC3C-6E9E9A51F58F}" srcOrd="0" destOrd="0" presId="urn:microsoft.com/office/officeart/2005/8/layout/lProcess1"/>
    <dgm:cxn modelId="{6D853954-67EB-442C-9F5A-866B9247A562}" srcId="{C53CC6D8-DEFC-45FD-8207-E1ECCC27EA85}" destId="{5CA89521-836B-470D-B51C-F8A4714D4EFF}" srcOrd="3" destOrd="0" parTransId="{D7F37AAF-020D-463D-9735-A1336884A6AE}" sibTransId="{C27250CA-FF59-4A03-8472-477331DB98EB}"/>
    <dgm:cxn modelId="{D2430375-0F29-4591-AAE4-CB3B30C4B793}" type="presOf" srcId="{EA587102-578B-46F3-8D9E-CEC48527A898}" destId="{67971461-EE07-4B5E-A0C3-A166C6559682}" srcOrd="0" destOrd="0" presId="urn:microsoft.com/office/officeart/2005/8/layout/lProcess1"/>
    <dgm:cxn modelId="{7B595755-BE81-46A0-903D-004D1EF6EE33}" srcId="{C53CC6D8-DEFC-45FD-8207-E1ECCC27EA85}" destId="{516A4DDC-76BD-494E-B503-625555CCBC4A}" srcOrd="0" destOrd="0" parTransId="{133DE2D2-6278-469E-8A80-F71EA996A07A}" sibTransId="{AE4D7DCA-0B66-4207-B896-C721B2CB4C13}"/>
    <dgm:cxn modelId="{542EFA5A-B279-4120-B9BA-FE4ABDE4AFDD}" srcId="{516A4DDC-76BD-494E-B503-625555CCBC4A}" destId="{87D09C77-9C5B-45C2-ACC9-ACEA66F18198}" srcOrd="3" destOrd="0" parTransId="{A7A65ADC-DB8A-4F76-8458-BC8354307C90}" sibTransId="{8234610D-6FEE-4546-99B0-60EDB0B3BAEC}"/>
    <dgm:cxn modelId="{A7B8947C-EA6E-47DE-814B-A0994EFA8C28}" srcId="{C53CC6D8-DEFC-45FD-8207-E1ECCC27EA85}" destId="{EA587102-578B-46F3-8D9E-CEC48527A898}" srcOrd="2" destOrd="0" parTransId="{5B4D99EA-4A7D-4EFB-95FC-BCCF98693CA7}" sibTransId="{8D504E2C-8A70-4591-8ECD-4A886FADED33}"/>
    <dgm:cxn modelId="{E26EF37D-CA6A-40E6-84D5-4EA9B936B567}" type="presOf" srcId="{5CA89521-836B-470D-B51C-F8A4714D4EFF}" destId="{DA50ACFD-2722-4D29-B376-5CF3C8F3EB41}" srcOrd="0" destOrd="0" presId="urn:microsoft.com/office/officeart/2005/8/layout/lProcess1"/>
    <dgm:cxn modelId="{60A6E07E-63FF-4C81-A385-5E00467DE9D8}" type="presOf" srcId="{F7CED298-1605-4B60-9FC8-0A4C25C5AA00}" destId="{9A5E1799-26FB-4959-97AA-0FCC22761318}" srcOrd="0" destOrd="0" presId="urn:microsoft.com/office/officeart/2005/8/layout/lProcess1"/>
    <dgm:cxn modelId="{0DC50B81-769A-4AC7-8C73-8EF8D8334AA1}" srcId="{EA587102-578B-46F3-8D9E-CEC48527A898}" destId="{038F6A6A-232A-44A4-9628-ADFA8F068F81}" srcOrd="0" destOrd="0" parTransId="{403B4542-B2F8-496D-BBEA-3A684B1106F9}" sibTransId="{ABE7D012-6867-48DA-AF76-FDB8ECBB944D}"/>
    <dgm:cxn modelId="{0687A885-2354-4E9E-B313-4269283F0057}" srcId="{41E3B52E-71B8-4BD0-B1ED-D051FFB12506}" destId="{5CBEC7DD-A25D-4956-9A65-6EA385F6FCB5}" srcOrd="0" destOrd="0" parTransId="{F342D04F-4D11-41CC-AB66-36041A902B44}" sibTransId="{BD0F67B1-39E4-45ED-9534-FB8F89E8EEF6}"/>
    <dgm:cxn modelId="{20E91086-4757-4CF3-9C35-102C5A4D0079}" type="presOf" srcId="{403B4542-B2F8-496D-BBEA-3A684B1106F9}" destId="{BF9CEF10-4726-4D20-AC2F-85DE706D0D00}" srcOrd="0" destOrd="0" presId="urn:microsoft.com/office/officeart/2005/8/layout/lProcess1"/>
    <dgm:cxn modelId="{9C706988-580C-4829-94E8-BE4491FF0228}" type="presOf" srcId="{995C4470-49EF-4BD9-B00A-AD612181AB58}" destId="{1B1F80F4-E9A5-4A99-A630-6548067B7CB5}" srcOrd="0" destOrd="0" presId="urn:microsoft.com/office/officeart/2005/8/layout/lProcess1"/>
    <dgm:cxn modelId="{F6742589-989F-4466-ABD8-B9A53946EFA3}" type="presOf" srcId="{038F6A6A-232A-44A4-9628-ADFA8F068F81}" destId="{C1386769-D313-4B62-9BE9-A84DD636105E}" srcOrd="0" destOrd="0" presId="urn:microsoft.com/office/officeart/2005/8/layout/lProcess1"/>
    <dgm:cxn modelId="{5F55A28B-96EB-4565-9919-9E4BDE07F610}" type="presOf" srcId="{F342D04F-4D11-41CC-AB66-36041A902B44}" destId="{C8CE6287-76AA-46C4-B478-0F9183DE6118}" srcOrd="0" destOrd="0" presId="urn:microsoft.com/office/officeart/2005/8/layout/lProcess1"/>
    <dgm:cxn modelId="{36634D94-C210-4DDC-A75A-FBCAAFC75039}" srcId="{5CA89521-836B-470D-B51C-F8A4714D4EFF}" destId="{63746B76-9534-4F4F-B65B-B8A9AACC03F9}" srcOrd="0" destOrd="0" parTransId="{525F31A2-90BB-4E18-B1F5-10D38B8099D9}" sibTransId="{A9C1E709-4F9E-4AAB-BB7C-51A08921302E}"/>
    <dgm:cxn modelId="{AC32EC95-E874-4C4E-AF61-58E99EE59A51}" type="presOf" srcId="{C4FF5CFA-9CEF-4C34-984A-CC28F232798F}" destId="{459BBFF8-CE50-41AE-9B5E-F6026BBE4F45}" srcOrd="0" destOrd="0" presId="urn:microsoft.com/office/officeart/2005/8/layout/lProcess1"/>
    <dgm:cxn modelId="{B522739A-4DEE-43CF-9357-A84EF1EEE7ED}" srcId="{41E3B52E-71B8-4BD0-B1ED-D051FFB12506}" destId="{33BF0E2A-2B00-40A5-832E-FC800DCA5982}" srcOrd="1" destOrd="0" parTransId="{F8C31ED9-A2C0-4A09-A419-0AE9A44BB8DF}" sibTransId="{E373698D-1356-47A7-A591-B72BFE77C3D1}"/>
    <dgm:cxn modelId="{AEAE8CB6-1B26-4996-A549-ADEFF4BF9B7B}" type="presOf" srcId="{41E3B52E-71B8-4BD0-B1ED-D051FFB12506}" destId="{09ADE9CE-20B7-4A4E-BED6-D56E4ED1D855}" srcOrd="0" destOrd="0" presId="urn:microsoft.com/office/officeart/2005/8/layout/lProcess1"/>
    <dgm:cxn modelId="{541426C5-B997-49AC-A1CD-ABBC86A85301}" type="presOf" srcId="{BD0F67B1-39E4-45ED-9534-FB8F89E8EEF6}" destId="{DDA5CBC7-AA05-481A-A03A-3964C1BBBB5A}" srcOrd="0" destOrd="0" presId="urn:microsoft.com/office/officeart/2005/8/layout/lProcess1"/>
    <dgm:cxn modelId="{414375C7-23B9-49F8-AEFD-1552E3E6888B}" type="presOf" srcId="{5CB20C1A-D92D-4DED-BB1B-D113E2006C55}" destId="{75889BA5-DC82-4D41-8983-B2EE794BC078}" srcOrd="0" destOrd="0" presId="urn:microsoft.com/office/officeart/2005/8/layout/lProcess1"/>
    <dgm:cxn modelId="{0E9367DA-F3C7-4672-A3E1-FDDD869E15C8}" type="presOf" srcId="{ABE7D012-6867-48DA-AF76-FDB8ECBB944D}" destId="{0C1CAC8B-CC80-49DA-9707-021AB163C55F}" srcOrd="0" destOrd="0" presId="urn:microsoft.com/office/officeart/2005/8/layout/lProcess1"/>
    <dgm:cxn modelId="{EF5E21E6-CC69-47D7-95D8-FB2CCC23193D}" type="presOf" srcId="{E373698D-1356-47A7-A591-B72BFE77C3D1}" destId="{E7F7C4A8-2F3A-49BA-B2E4-CF48FCA5D8D8}" srcOrd="0" destOrd="0" presId="urn:microsoft.com/office/officeart/2005/8/layout/lProcess1"/>
    <dgm:cxn modelId="{710659EC-6706-425F-81BB-5F1E070F7D4D}" srcId="{516A4DDC-76BD-494E-B503-625555CCBC4A}" destId="{C4FF5CFA-9CEF-4C34-984A-CC28F232798F}" srcOrd="1" destOrd="0" parTransId="{92813948-C227-4EB2-8530-43003E3CB375}" sibTransId="{B551F8FA-E415-4EE1-BA68-D13E7D2E980B}"/>
    <dgm:cxn modelId="{9AFC20F2-D5DD-455E-8266-96B58ABE2D49}" type="presOf" srcId="{CAE20587-4D50-4B6B-A17D-199722D630E2}" destId="{68423B8C-DD55-4C1A-86D3-87118415FFA7}" srcOrd="0" destOrd="0" presId="urn:microsoft.com/office/officeart/2005/8/layout/lProcess1"/>
    <dgm:cxn modelId="{0FF6D2F7-E787-4B57-911C-090AA0CBD9AA}" type="presOf" srcId="{63746B76-9534-4F4F-B65B-B8A9AACC03F9}" destId="{AC28A259-E8AB-491C-9FF1-41516FA5BC71}" srcOrd="0" destOrd="0" presId="urn:microsoft.com/office/officeart/2005/8/layout/lProcess1"/>
    <dgm:cxn modelId="{70C18AF9-2F24-4A50-9785-941DE7FE4B31}" type="presOf" srcId="{2B847D36-6E88-4DD3-AABD-579C99426233}" destId="{7CAEA63C-96B5-40D4-900F-409598FDB0C1}" srcOrd="0" destOrd="0" presId="urn:microsoft.com/office/officeart/2005/8/layout/lProcess1"/>
    <dgm:cxn modelId="{40E743FD-4072-4389-94B0-B65E89259C6B}" type="presOf" srcId="{5CBEC7DD-A25D-4956-9A65-6EA385F6FCB5}" destId="{F7AA6D3E-BCE0-4C06-B101-080DA85DCB01}" srcOrd="0" destOrd="0" presId="urn:microsoft.com/office/officeart/2005/8/layout/lProcess1"/>
    <dgm:cxn modelId="{CC00200B-5AB6-421D-A39D-C942C3354FE4}" type="presParOf" srcId="{22D8E0AF-322E-4A8E-BC3C-6E9E9A51F58F}" destId="{B1443ED3-5E34-456D-8CD9-88B600EDA95F}" srcOrd="0" destOrd="0" presId="urn:microsoft.com/office/officeart/2005/8/layout/lProcess1"/>
    <dgm:cxn modelId="{D33AA10B-4ED8-4BB1-9C64-4F52A35D7099}" type="presParOf" srcId="{B1443ED3-5E34-456D-8CD9-88B600EDA95F}" destId="{9BBCF6CE-E750-48B6-B333-305BBB100737}" srcOrd="0" destOrd="0" presId="urn:microsoft.com/office/officeart/2005/8/layout/lProcess1"/>
    <dgm:cxn modelId="{9E37487A-7185-4A70-9AC4-9659B92F531E}" type="presParOf" srcId="{B1443ED3-5E34-456D-8CD9-88B600EDA95F}" destId="{1B1F80F4-E9A5-4A99-A630-6548067B7CB5}" srcOrd="1" destOrd="0" presId="urn:microsoft.com/office/officeart/2005/8/layout/lProcess1"/>
    <dgm:cxn modelId="{EC43FCD1-27D8-440E-8BDB-DEE2E8BB6D6F}" type="presParOf" srcId="{B1443ED3-5E34-456D-8CD9-88B600EDA95F}" destId="{85447532-8740-4202-B6A5-AE63748B9291}" srcOrd="2" destOrd="0" presId="urn:microsoft.com/office/officeart/2005/8/layout/lProcess1"/>
    <dgm:cxn modelId="{D24904BE-0B60-4FE2-92F3-00D00DBA80D1}" type="presParOf" srcId="{B1443ED3-5E34-456D-8CD9-88B600EDA95F}" destId="{7CAEA63C-96B5-40D4-900F-409598FDB0C1}" srcOrd="3" destOrd="0" presId="urn:microsoft.com/office/officeart/2005/8/layout/lProcess1"/>
    <dgm:cxn modelId="{A41D2E3D-00B4-4319-9EE2-BB46636841C7}" type="presParOf" srcId="{B1443ED3-5E34-456D-8CD9-88B600EDA95F}" destId="{459BBFF8-CE50-41AE-9B5E-F6026BBE4F45}" srcOrd="4" destOrd="0" presId="urn:microsoft.com/office/officeart/2005/8/layout/lProcess1"/>
    <dgm:cxn modelId="{3CE06A48-5A5D-4BBC-B425-6226E021C55D}" type="presParOf" srcId="{B1443ED3-5E34-456D-8CD9-88B600EDA95F}" destId="{A65C4264-24F4-4122-844B-F5E582EC0111}" srcOrd="5" destOrd="0" presId="urn:microsoft.com/office/officeart/2005/8/layout/lProcess1"/>
    <dgm:cxn modelId="{6613DF6A-79D3-4CE9-BE2D-B462A36258D7}" type="presParOf" srcId="{B1443ED3-5E34-456D-8CD9-88B600EDA95F}" destId="{9A5E1799-26FB-4959-97AA-0FCC22761318}" srcOrd="6" destOrd="0" presId="urn:microsoft.com/office/officeart/2005/8/layout/lProcess1"/>
    <dgm:cxn modelId="{26DAC11A-895E-4844-A639-122E5BAA12C2}" type="presParOf" srcId="{B1443ED3-5E34-456D-8CD9-88B600EDA95F}" destId="{3FBD4BD3-B74D-4AAB-9295-AE19DCC50691}" srcOrd="7" destOrd="0" presId="urn:microsoft.com/office/officeart/2005/8/layout/lProcess1"/>
    <dgm:cxn modelId="{357EE53C-3487-4903-B62D-757AEA84453B}" type="presParOf" srcId="{B1443ED3-5E34-456D-8CD9-88B600EDA95F}" destId="{8C46515F-5745-4BFE-8634-C34D77574BE3}" srcOrd="8" destOrd="0" presId="urn:microsoft.com/office/officeart/2005/8/layout/lProcess1"/>
    <dgm:cxn modelId="{C3EBA94B-E35F-4A89-987B-27047E6BDC25}" type="presParOf" srcId="{22D8E0AF-322E-4A8E-BC3C-6E9E9A51F58F}" destId="{8F2F3A22-7A2A-4EE4-9C5B-70F6E89B9064}" srcOrd="1" destOrd="0" presId="urn:microsoft.com/office/officeart/2005/8/layout/lProcess1"/>
    <dgm:cxn modelId="{73811368-B194-4A24-AD33-D7682C703338}" type="presParOf" srcId="{22D8E0AF-322E-4A8E-BC3C-6E9E9A51F58F}" destId="{734C3A16-72FA-42CA-BF15-F44513245016}" srcOrd="2" destOrd="0" presId="urn:microsoft.com/office/officeart/2005/8/layout/lProcess1"/>
    <dgm:cxn modelId="{CF11DF29-864F-46B6-AAB3-A5037CF8A0AD}" type="presParOf" srcId="{734C3A16-72FA-42CA-BF15-F44513245016}" destId="{09ADE9CE-20B7-4A4E-BED6-D56E4ED1D855}" srcOrd="0" destOrd="0" presId="urn:microsoft.com/office/officeart/2005/8/layout/lProcess1"/>
    <dgm:cxn modelId="{45BFDF97-7485-4BD3-9636-A42CF9DED933}" type="presParOf" srcId="{734C3A16-72FA-42CA-BF15-F44513245016}" destId="{C8CE6287-76AA-46C4-B478-0F9183DE6118}" srcOrd="1" destOrd="0" presId="urn:microsoft.com/office/officeart/2005/8/layout/lProcess1"/>
    <dgm:cxn modelId="{96337C59-FBC5-4280-848F-E1ABE955629C}" type="presParOf" srcId="{734C3A16-72FA-42CA-BF15-F44513245016}" destId="{F7AA6D3E-BCE0-4C06-B101-080DA85DCB01}" srcOrd="2" destOrd="0" presId="urn:microsoft.com/office/officeart/2005/8/layout/lProcess1"/>
    <dgm:cxn modelId="{02D7F229-EA09-4CF1-8A9A-9A5AAE90046C}" type="presParOf" srcId="{734C3A16-72FA-42CA-BF15-F44513245016}" destId="{DDA5CBC7-AA05-481A-A03A-3964C1BBBB5A}" srcOrd="3" destOrd="0" presId="urn:microsoft.com/office/officeart/2005/8/layout/lProcess1"/>
    <dgm:cxn modelId="{354586AA-7CE8-4586-9E66-2D688CB72C44}" type="presParOf" srcId="{734C3A16-72FA-42CA-BF15-F44513245016}" destId="{73DBFA1A-3823-4209-9CD6-DBDD456F39FB}" srcOrd="4" destOrd="0" presId="urn:microsoft.com/office/officeart/2005/8/layout/lProcess1"/>
    <dgm:cxn modelId="{90D43EC8-D059-4AA5-A590-3603C8F010A7}" type="presParOf" srcId="{734C3A16-72FA-42CA-BF15-F44513245016}" destId="{E7F7C4A8-2F3A-49BA-B2E4-CF48FCA5D8D8}" srcOrd="5" destOrd="0" presId="urn:microsoft.com/office/officeart/2005/8/layout/lProcess1"/>
    <dgm:cxn modelId="{35CDA84A-A070-48A2-86D3-246382CBFE34}" type="presParOf" srcId="{734C3A16-72FA-42CA-BF15-F44513245016}" destId="{68423B8C-DD55-4C1A-86D3-87118415FFA7}" srcOrd="6" destOrd="0" presId="urn:microsoft.com/office/officeart/2005/8/layout/lProcess1"/>
    <dgm:cxn modelId="{45D49A7A-3664-4AB2-B3A5-3D21008896A6}" type="presParOf" srcId="{22D8E0AF-322E-4A8E-BC3C-6E9E9A51F58F}" destId="{D5E79C7E-BA4F-41B5-AEAD-7D11CABDB66C}" srcOrd="3" destOrd="0" presId="urn:microsoft.com/office/officeart/2005/8/layout/lProcess1"/>
    <dgm:cxn modelId="{42D72CBF-2A51-4316-9C5E-92655A902468}" type="presParOf" srcId="{22D8E0AF-322E-4A8E-BC3C-6E9E9A51F58F}" destId="{96EC6E5F-616C-4A0E-8B47-23C2DB360B15}" srcOrd="4" destOrd="0" presId="urn:microsoft.com/office/officeart/2005/8/layout/lProcess1"/>
    <dgm:cxn modelId="{2EBB2F01-0952-416C-8D61-9CBBA685F51F}" type="presParOf" srcId="{96EC6E5F-616C-4A0E-8B47-23C2DB360B15}" destId="{67971461-EE07-4B5E-A0C3-A166C6559682}" srcOrd="0" destOrd="0" presId="urn:microsoft.com/office/officeart/2005/8/layout/lProcess1"/>
    <dgm:cxn modelId="{164E6B8A-ACC8-4A59-8C34-C15E679A8503}" type="presParOf" srcId="{96EC6E5F-616C-4A0E-8B47-23C2DB360B15}" destId="{BF9CEF10-4726-4D20-AC2F-85DE706D0D00}" srcOrd="1" destOrd="0" presId="urn:microsoft.com/office/officeart/2005/8/layout/lProcess1"/>
    <dgm:cxn modelId="{E7DA4B73-0D72-4516-ADC6-ED952C9FE81E}" type="presParOf" srcId="{96EC6E5F-616C-4A0E-8B47-23C2DB360B15}" destId="{C1386769-D313-4B62-9BE9-A84DD636105E}" srcOrd="2" destOrd="0" presId="urn:microsoft.com/office/officeart/2005/8/layout/lProcess1"/>
    <dgm:cxn modelId="{CB17923D-0FE4-4A68-ABA5-C8706398FB8F}" type="presParOf" srcId="{96EC6E5F-616C-4A0E-8B47-23C2DB360B15}" destId="{0C1CAC8B-CC80-49DA-9707-021AB163C55F}" srcOrd="3" destOrd="0" presId="urn:microsoft.com/office/officeart/2005/8/layout/lProcess1"/>
    <dgm:cxn modelId="{03D18F74-62DE-46FC-BDC3-F46D4C5A4C7A}" type="presParOf" srcId="{96EC6E5F-616C-4A0E-8B47-23C2DB360B15}" destId="{2985E292-795D-4403-BD7F-3A17BE0B21A7}" srcOrd="4" destOrd="0" presId="urn:microsoft.com/office/officeart/2005/8/layout/lProcess1"/>
    <dgm:cxn modelId="{0928E017-990D-49BC-A3BB-E762A7BB9C64}" type="presParOf" srcId="{22D8E0AF-322E-4A8E-BC3C-6E9E9A51F58F}" destId="{AEFF52EA-2D4D-4AD3-9F53-6B25191BD163}" srcOrd="5" destOrd="0" presId="urn:microsoft.com/office/officeart/2005/8/layout/lProcess1"/>
    <dgm:cxn modelId="{60AF69CC-E2C4-42C6-A765-A2C5CFC4AEC2}" type="presParOf" srcId="{22D8E0AF-322E-4A8E-BC3C-6E9E9A51F58F}" destId="{C057A87B-CF77-43C5-95EA-FF69715D34A3}" srcOrd="6" destOrd="0" presId="urn:microsoft.com/office/officeart/2005/8/layout/lProcess1"/>
    <dgm:cxn modelId="{3D5AEDB5-C877-49C4-8CE7-CBF70D35C8CE}" type="presParOf" srcId="{C057A87B-CF77-43C5-95EA-FF69715D34A3}" destId="{DA50ACFD-2722-4D29-B376-5CF3C8F3EB41}" srcOrd="0" destOrd="0" presId="urn:microsoft.com/office/officeart/2005/8/layout/lProcess1"/>
    <dgm:cxn modelId="{E452C909-B0C8-4180-B558-4C1214228CD0}" type="presParOf" srcId="{C057A87B-CF77-43C5-95EA-FF69715D34A3}" destId="{E31C91BC-3A8F-4AC7-8DBF-330AFF31351C}" srcOrd="1" destOrd="0" presId="urn:microsoft.com/office/officeart/2005/8/layout/lProcess1"/>
    <dgm:cxn modelId="{0E7938F4-0647-4FB9-90EA-66B6E55CAC2A}" type="presParOf" srcId="{C057A87B-CF77-43C5-95EA-FF69715D34A3}" destId="{AC28A259-E8AB-491C-9FF1-41516FA5BC71}" srcOrd="2" destOrd="0" presId="urn:microsoft.com/office/officeart/2005/8/layout/lProcess1"/>
    <dgm:cxn modelId="{741FCA68-4C0B-42FC-B615-6EEC3933E3E2}" type="presParOf" srcId="{C057A87B-CF77-43C5-95EA-FF69715D34A3}" destId="{DF54C50F-225E-47E8-9EC4-AAA209AD28CA}" srcOrd="3" destOrd="0" presId="urn:microsoft.com/office/officeart/2005/8/layout/lProcess1"/>
    <dgm:cxn modelId="{DC82132B-6DDE-430C-A8AF-A5A6FF26F739}" type="presParOf" srcId="{C057A87B-CF77-43C5-95EA-FF69715D34A3}" destId="{75889BA5-DC82-4D41-8983-B2EE794BC078}" srcOrd="4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BCF6CE-E750-48B6-B333-305BBB100737}">
      <dsp:nvSpPr>
        <dsp:cNvPr id="0" name=""/>
        <dsp:cNvSpPr/>
      </dsp:nvSpPr>
      <dsp:spPr>
        <a:xfrm>
          <a:off x="4095" y="480059"/>
          <a:ext cx="2066925" cy="5167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Step 1 Title</a:t>
          </a:r>
        </a:p>
      </dsp:txBody>
      <dsp:txXfrm>
        <a:off x="19230" y="495194"/>
        <a:ext cx="2036655" cy="486461"/>
      </dsp:txXfrm>
    </dsp:sp>
    <dsp:sp modelId="{1B1F80F4-E9A5-4A99-A630-6548067B7CB5}">
      <dsp:nvSpPr>
        <dsp:cNvPr id="0" name=""/>
        <dsp:cNvSpPr/>
      </dsp:nvSpPr>
      <dsp:spPr>
        <a:xfrm rot="5400000">
          <a:off x="992344" y="1042005"/>
          <a:ext cx="90427" cy="90427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5447532-8740-4202-B6A5-AE63748B9291}">
      <dsp:nvSpPr>
        <dsp:cNvPr id="0" name=""/>
        <dsp:cNvSpPr/>
      </dsp:nvSpPr>
      <dsp:spPr>
        <a:xfrm>
          <a:off x="4095" y="1177647"/>
          <a:ext cx="2066925" cy="516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Task description</a:t>
          </a:r>
        </a:p>
      </dsp:txBody>
      <dsp:txXfrm>
        <a:off x="19230" y="1192782"/>
        <a:ext cx="2036655" cy="486461"/>
      </dsp:txXfrm>
    </dsp:sp>
    <dsp:sp modelId="{7CAEA63C-96B5-40D4-900F-409598FDB0C1}">
      <dsp:nvSpPr>
        <dsp:cNvPr id="0" name=""/>
        <dsp:cNvSpPr/>
      </dsp:nvSpPr>
      <dsp:spPr>
        <a:xfrm rot="5400000">
          <a:off x="992344" y="1739592"/>
          <a:ext cx="90427" cy="90427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59BBFF8-CE50-41AE-9B5E-F6026BBE4F45}">
      <dsp:nvSpPr>
        <dsp:cNvPr id="0" name=""/>
        <dsp:cNvSpPr/>
      </dsp:nvSpPr>
      <dsp:spPr>
        <a:xfrm>
          <a:off x="4095" y="1875234"/>
          <a:ext cx="2066925" cy="516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Task description</a:t>
          </a:r>
        </a:p>
      </dsp:txBody>
      <dsp:txXfrm>
        <a:off x="19230" y="1890369"/>
        <a:ext cx="2036655" cy="486461"/>
      </dsp:txXfrm>
    </dsp:sp>
    <dsp:sp modelId="{A65C4264-24F4-4122-844B-F5E582EC0111}">
      <dsp:nvSpPr>
        <dsp:cNvPr id="0" name=""/>
        <dsp:cNvSpPr/>
      </dsp:nvSpPr>
      <dsp:spPr>
        <a:xfrm rot="5400000">
          <a:off x="992344" y="2437179"/>
          <a:ext cx="90427" cy="90427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A5E1799-26FB-4959-97AA-0FCC22761318}">
      <dsp:nvSpPr>
        <dsp:cNvPr id="0" name=""/>
        <dsp:cNvSpPr/>
      </dsp:nvSpPr>
      <dsp:spPr>
        <a:xfrm>
          <a:off x="4095" y="2572821"/>
          <a:ext cx="2066925" cy="516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Task description</a:t>
          </a:r>
        </a:p>
      </dsp:txBody>
      <dsp:txXfrm>
        <a:off x="19230" y="2587956"/>
        <a:ext cx="2036655" cy="486461"/>
      </dsp:txXfrm>
    </dsp:sp>
    <dsp:sp modelId="{3FBD4BD3-B74D-4AAB-9295-AE19DCC50691}">
      <dsp:nvSpPr>
        <dsp:cNvPr id="0" name=""/>
        <dsp:cNvSpPr/>
      </dsp:nvSpPr>
      <dsp:spPr>
        <a:xfrm rot="5400000">
          <a:off x="992344" y="3134766"/>
          <a:ext cx="90427" cy="90427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C46515F-5745-4BFE-8634-C34D77574BE3}">
      <dsp:nvSpPr>
        <dsp:cNvPr id="0" name=""/>
        <dsp:cNvSpPr/>
      </dsp:nvSpPr>
      <dsp:spPr>
        <a:xfrm>
          <a:off x="4095" y="3270408"/>
          <a:ext cx="2066925" cy="516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Task description</a:t>
          </a:r>
        </a:p>
      </dsp:txBody>
      <dsp:txXfrm>
        <a:off x="19230" y="3285543"/>
        <a:ext cx="2036655" cy="486461"/>
      </dsp:txXfrm>
    </dsp:sp>
    <dsp:sp modelId="{09ADE9CE-20B7-4A4E-BED6-D56E4ED1D855}">
      <dsp:nvSpPr>
        <dsp:cNvPr id="0" name=""/>
        <dsp:cNvSpPr/>
      </dsp:nvSpPr>
      <dsp:spPr>
        <a:xfrm>
          <a:off x="2360390" y="480060"/>
          <a:ext cx="2066925" cy="5167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Step 2 Title</a:t>
          </a:r>
        </a:p>
      </dsp:txBody>
      <dsp:txXfrm>
        <a:off x="2375525" y="495195"/>
        <a:ext cx="2036655" cy="486461"/>
      </dsp:txXfrm>
    </dsp:sp>
    <dsp:sp modelId="{C8CE6287-76AA-46C4-B478-0F9183DE6118}">
      <dsp:nvSpPr>
        <dsp:cNvPr id="0" name=""/>
        <dsp:cNvSpPr/>
      </dsp:nvSpPr>
      <dsp:spPr>
        <a:xfrm rot="5400000">
          <a:off x="3348638" y="1042005"/>
          <a:ext cx="90427" cy="90427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7AA6D3E-BCE0-4C06-B101-080DA85DCB01}">
      <dsp:nvSpPr>
        <dsp:cNvPr id="0" name=""/>
        <dsp:cNvSpPr/>
      </dsp:nvSpPr>
      <dsp:spPr>
        <a:xfrm>
          <a:off x="2360390" y="1177647"/>
          <a:ext cx="2066925" cy="516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Task description</a:t>
          </a:r>
        </a:p>
      </dsp:txBody>
      <dsp:txXfrm>
        <a:off x="2375525" y="1192782"/>
        <a:ext cx="2036655" cy="486461"/>
      </dsp:txXfrm>
    </dsp:sp>
    <dsp:sp modelId="{DDA5CBC7-AA05-481A-A03A-3964C1BBBB5A}">
      <dsp:nvSpPr>
        <dsp:cNvPr id="0" name=""/>
        <dsp:cNvSpPr/>
      </dsp:nvSpPr>
      <dsp:spPr>
        <a:xfrm rot="5400000">
          <a:off x="3348638" y="1739592"/>
          <a:ext cx="90427" cy="90427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3DBFA1A-3823-4209-9CD6-DBDD456F39FB}">
      <dsp:nvSpPr>
        <dsp:cNvPr id="0" name=""/>
        <dsp:cNvSpPr/>
      </dsp:nvSpPr>
      <dsp:spPr>
        <a:xfrm>
          <a:off x="2360390" y="1875234"/>
          <a:ext cx="2066925" cy="516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Task description</a:t>
          </a:r>
        </a:p>
      </dsp:txBody>
      <dsp:txXfrm>
        <a:off x="2375525" y="1890369"/>
        <a:ext cx="2036655" cy="486461"/>
      </dsp:txXfrm>
    </dsp:sp>
    <dsp:sp modelId="{E7F7C4A8-2F3A-49BA-B2E4-CF48FCA5D8D8}">
      <dsp:nvSpPr>
        <dsp:cNvPr id="0" name=""/>
        <dsp:cNvSpPr/>
      </dsp:nvSpPr>
      <dsp:spPr>
        <a:xfrm rot="5400000">
          <a:off x="3348638" y="2437179"/>
          <a:ext cx="90427" cy="90427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8423B8C-DD55-4C1A-86D3-87118415FFA7}">
      <dsp:nvSpPr>
        <dsp:cNvPr id="0" name=""/>
        <dsp:cNvSpPr/>
      </dsp:nvSpPr>
      <dsp:spPr>
        <a:xfrm>
          <a:off x="2360390" y="2572821"/>
          <a:ext cx="2066925" cy="516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Task description</a:t>
          </a:r>
        </a:p>
      </dsp:txBody>
      <dsp:txXfrm>
        <a:off x="2375525" y="2587956"/>
        <a:ext cx="2036655" cy="486461"/>
      </dsp:txXfrm>
    </dsp:sp>
    <dsp:sp modelId="{67971461-EE07-4B5E-A0C3-A166C6559682}">
      <dsp:nvSpPr>
        <dsp:cNvPr id="0" name=""/>
        <dsp:cNvSpPr/>
      </dsp:nvSpPr>
      <dsp:spPr>
        <a:xfrm>
          <a:off x="4716684" y="480060"/>
          <a:ext cx="2066925" cy="5167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Step 3 Title</a:t>
          </a:r>
        </a:p>
      </dsp:txBody>
      <dsp:txXfrm>
        <a:off x="4731819" y="495195"/>
        <a:ext cx="2036655" cy="486461"/>
      </dsp:txXfrm>
    </dsp:sp>
    <dsp:sp modelId="{BF9CEF10-4726-4D20-AC2F-85DE706D0D00}">
      <dsp:nvSpPr>
        <dsp:cNvPr id="0" name=""/>
        <dsp:cNvSpPr/>
      </dsp:nvSpPr>
      <dsp:spPr>
        <a:xfrm rot="5400000">
          <a:off x="5704933" y="1042005"/>
          <a:ext cx="90427" cy="90427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1386769-D313-4B62-9BE9-A84DD636105E}">
      <dsp:nvSpPr>
        <dsp:cNvPr id="0" name=""/>
        <dsp:cNvSpPr/>
      </dsp:nvSpPr>
      <dsp:spPr>
        <a:xfrm>
          <a:off x="4716684" y="1177647"/>
          <a:ext cx="2066925" cy="516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Task description</a:t>
          </a:r>
        </a:p>
      </dsp:txBody>
      <dsp:txXfrm>
        <a:off x="4731819" y="1192782"/>
        <a:ext cx="2036655" cy="486461"/>
      </dsp:txXfrm>
    </dsp:sp>
    <dsp:sp modelId="{0C1CAC8B-CC80-49DA-9707-021AB163C55F}">
      <dsp:nvSpPr>
        <dsp:cNvPr id="0" name=""/>
        <dsp:cNvSpPr/>
      </dsp:nvSpPr>
      <dsp:spPr>
        <a:xfrm rot="5400000">
          <a:off x="5704933" y="1739592"/>
          <a:ext cx="90427" cy="90427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985E292-795D-4403-BD7F-3A17BE0B21A7}">
      <dsp:nvSpPr>
        <dsp:cNvPr id="0" name=""/>
        <dsp:cNvSpPr/>
      </dsp:nvSpPr>
      <dsp:spPr>
        <a:xfrm>
          <a:off x="4716684" y="1875234"/>
          <a:ext cx="2066925" cy="516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Task description</a:t>
          </a:r>
        </a:p>
      </dsp:txBody>
      <dsp:txXfrm>
        <a:off x="4731819" y="1890369"/>
        <a:ext cx="2036655" cy="486461"/>
      </dsp:txXfrm>
    </dsp:sp>
    <dsp:sp modelId="{DA50ACFD-2722-4D29-B376-5CF3C8F3EB41}">
      <dsp:nvSpPr>
        <dsp:cNvPr id="0" name=""/>
        <dsp:cNvSpPr/>
      </dsp:nvSpPr>
      <dsp:spPr>
        <a:xfrm>
          <a:off x="7072979" y="480060"/>
          <a:ext cx="2066925" cy="5167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Step 4 Title</a:t>
          </a:r>
        </a:p>
      </dsp:txBody>
      <dsp:txXfrm>
        <a:off x="7088114" y="495195"/>
        <a:ext cx="2036655" cy="486461"/>
      </dsp:txXfrm>
    </dsp:sp>
    <dsp:sp modelId="{E31C91BC-3A8F-4AC7-8DBF-330AFF31351C}">
      <dsp:nvSpPr>
        <dsp:cNvPr id="0" name=""/>
        <dsp:cNvSpPr/>
      </dsp:nvSpPr>
      <dsp:spPr>
        <a:xfrm rot="5400000">
          <a:off x="8061227" y="1042005"/>
          <a:ext cx="90427" cy="90427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C28A259-E8AB-491C-9FF1-41516FA5BC71}">
      <dsp:nvSpPr>
        <dsp:cNvPr id="0" name=""/>
        <dsp:cNvSpPr/>
      </dsp:nvSpPr>
      <dsp:spPr>
        <a:xfrm>
          <a:off x="7072979" y="1177647"/>
          <a:ext cx="2066925" cy="516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Task description</a:t>
          </a:r>
        </a:p>
      </dsp:txBody>
      <dsp:txXfrm>
        <a:off x="7088114" y="1192782"/>
        <a:ext cx="2036655" cy="486461"/>
      </dsp:txXfrm>
    </dsp:sp>
    <dsp:sp modelId="{DF54C50F-225E-47E8-9EC4-AAA209AD28CA}">
      <dsp:nvSpPr>
        <dsp:cNvPr id="0" name=""/>
        <dsp:cNvSpPr/>
      </dsp:nvSpPr>
      <dsp:spPr>
        <a:xfrm rot="5400000">
          <a:off x="8061227" y="1739592"/>
          <a:ext cx="90427" cy="90427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5889BA5-DC82-4D41-8983-B2EE794BC078}">
      <dsp:nvSpPr>
        <dsp:cNvPr id="0" name=""/>
        <dsp:cNvSpPr/>
      </dsp:nvSpPr>
      <dsp:spPr>
        <a:xfrm>
          <a:off x="7072979" y="1875234"/>
          <a:ext cx="2066925" cy="516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Task description</a:t>
          </a:r>
        </a:p>
      </dsp:txBody>
      <dsp:txXfrm>
        <a:off x="7088114" y="1890369"/>
        <a:ext cx="2036655" cy="4864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B48F5-BACC-47D6-A0F7-82FBF9C6BC85}" type="datetimeFigureOut">
              <a:rPr lang="en-US"/>
              <a:t>12/4/2025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CAF8E-318A-4EFE-8633-D9E72ABCE0E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1CD00-5424-4675-AB18-2C419B060449}" type="datetimeFigureOut">
              <a:rPr lang="en-US"/>
              <a:t>12/4/2025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2CF44-2B13-41B4-A334-1CDF534EEBB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 descr="An empty placeholder to add an image. Click on the placeholder and select the image that you wish to add.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Cobra Slime Elite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 game made by Donovan Armstrong &amp; Hakeem King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Cobra Slime Elite 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826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and Content Layout with Chart</a:t>
            </a:r>
          </a:p>
        </p:txBody>
      </p:sp>
      <p:graphicFrame>
        <p:nvGraphicFramePr>
          <p:cNvPr id="13" name="Content Placeholder 12" descr="Clustered column chart showing the values of 3 series for 4 categories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2956860"/>
              </p:ext>
            </p:extLst>
          </p:nvPr>
        </p:nvGraphicFramePr>
        <p:xfrm>
          <a:off x="1524000" y="1828800"/>
          <a:ext cx="91440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16190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Content Layout with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t>First bullet point here</a:t>
            </a:r>
          </a:p>
          <a:p>
            <a:r>
              <a:t>Second bullet point here</a:t>
            </a:r>
          </a:p>
          <a:p>
            <a:r>
              <a:t>Third bullet point here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09551004"/>
              </p:ext>
            </p:extLst>
          </p:nvPr>
        </p:nvGraphicFramePr>
        <p:xfrm>
          <a:off x="6324600" y="1825623"/>
          <a:ext cx="4343400" cy="198437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6094">
                <a:tc>
                  <a:txBody>
                    <a:bodyPr/>
                    <a:lstStyle/>
                    <a:p>
                      <a:r>
                        <a:rPr lang="en-US"/>
                        <a:t>Class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Group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Group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094">
                <a:tc>
                  <a:txBody>
                    <a:bodyPr/>
                    <a:lstStyle/>
                    <a:p>
                      <a:r>
                        <a:t>Class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094">
                <a:tc>
                  <a:txBody>
                    <a:bodyPr/>
                    <a:lstStyle/>
                    <a:p>
                      <a:r>
                        <a:t>Class</a:t>
                      </a:r>
                      <a:r>
                        <a:rPr baseline="0"/>
                        <a:t> 2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094">
                <a:tc>
                  <a:txBody>
                    <a:bodyPr/>
                    <a:lstStyle/>
                    <a:p>
                      <a:r>
                        <a:t>Class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5261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 and </a:t>
            </a:r>
            <a:r>
              <a:t>Content Layout with SmartArt</a:t>
            </a:r>
          </a:p>
        </p:txBody>
      </p:sp>
      <p:graphicFrame>
        <p:nvGraphicFramePr>
          <p:cNvPr id="9" name="Content Placeholder 8" descr="Process list showing 4 titles with tasks  arranged one below the other and downward pointing arrows are used to indicate progression from title to task and from task to task. First title has 4 tasks, second title has 3, third has 2 and fourth has 2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5917932"/>
              </p:ext>
            </p:extLst>
          </p:nvPr>
        </p:nvGraphicFramePr>
        <p:xfrm>
          <a:off x="1524000" y="1828800"/>
          <a:ext cx="9144000" cy="426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3027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 a Slide Title - 1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44435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 a Slide Title - 2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5842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 a Slide Title - 3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5988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180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 a Slide Title - 4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2560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 a Slide Title - 5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57640680"/>
      </p:ext>
    </p:extLst>
  </p:cSld>
  <p:clrMapOvr>
    <a:masterClrMapping/>
  </p:clrMapOvr>
</p:sld>
</file>

<file path=ppt/theme/theme1.xml><?xml version="1.0" encoding="utf-8"?>
<a:theme xmlns:a="http://schemas.openxmlformats.org/drawingml/2006/main" name="Tech Computer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901026.potx" id="{FD85E87A-7813-4F67-9E59-69B5487A1910}" vid="{BDF94C36-3ACF-4CF1-939F-F4211E6D666F}"/>
    </a:ext>
  </a:extLst>
</a:theme>
</file>

<file path=ppt/theme/theme2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technology circuit board design presentation (widescreen)</Template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Tech Computer 16x9</vt:lpstr>
      <vt:lpstr>Cobra Slime Elite</vt:lpstr>
      <vt:lpstr>What Is Cobra Slime Elite </vt:lpstr>
      <vt:lpstr>Title and Content Layout with Chart</vt:lpstr>
      <vt:lpstr>Two Content Layout with Table</vt:lpstr>
      <vt:lpstr>Title and Content Layout with SmartArt</vt:lpstr>
      <vt:lpstr>Add a Slide Title - 1</vt:lpstr>
      <vt:lpstr>Add a Slide Title - 2</vt:lpstr>
      <vt:lpstr>Add a Slide Title - 3</vt:lpstr>
      <vt:lpstr>PowerPoint Presentation</vt:lpstr>
      <vt:lpstr>Add a Slide Title - 4</vt:lpstr>
      <vt:lpstr>Add a Slide Title - 5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Donovan Armstrong</dc:creator>
  <cp:revision>1</cp:revision>
  <dcterms:created xsi:type="dcterms:W3CDTF">2025-12-04T22:16:26Z</dcterms:created>
  <dcterms:modified xsi:type="dcterms:W3CDTF">2025-12-04T22:28:08Z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